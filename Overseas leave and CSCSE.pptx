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333"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E8024E-22BF-4099-AE78-5B1E737EA63A}" type="datetimeFigureOut">
              <a:rPr lang="en-SG" smtClean="0"/>
              <a:t>12/8/2024</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5F8AEE-E143-4760-9506-D722995074BE}" type="slidenum">
              <a:rPr lang="en-SG" smtClean="0"/>
              <a:t>‹#›</a:t>
            </a:fld>
            <a:endParaRPr lang="en-SG"/>
          </a:p>
        </p:txBody>
      </p:sp>
    </p:spTree>
    <p:extLst>
      <p:ext uri="{BB962C8B-B14F-4D97-AF65-F5344CB8AC3E}">
        <p14:creationId xmlns:p14="http://schemas.microsoft.com/office/powerpoint/2010/main" val="722220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like to bring your attention to the recent stringent measures by the </a:t>
            </a:r>
            <a:r>
              <a:rPr lang="en-US" sz="1200" dirty="0">
                <a:solidFill>
                  <a:srgbClr val="ED7F0D"/>
                </a:solidFill>
              </a:rPr>
              <a:t>CSCSE for overseas degree verification for Chinese students that would like to travel back to China for full-time jobs or PhD </a:t>
            </a:r>
            <a:r>
              <a:rPr lang="en-US" sz="1200" dirty="0" err="1">
                <a:solidFill>
                  <a:srgbClr val="ED7F0D"/>
                </a:solidFill>
              </a:rPr>
              <a:t>programmes</a:t>
            </a:r>
            <a:r>
              <a:rPr lang="en-US" sz="1200" dirty="0">
                <a:solidFill>
                  <a:srgbClr val="ED7F0D"/>
                </a:solidFill>
              </a:rPr>
              <a:t> after graduation. </a:t>
            </a:r>
          </a:p>
          <a:p>
            <a:endParaRPr lang="en-US" sz="1200" dirty="0">
              <a:solidFill>
                <a:srgbClr val="ED7F0D"/>
              </a:solidFill>
            </a:endParaRPr>
          </a:p>
          <a:p>
            <a:r>
              <a:rPr lang="en-US" sz="1200" dirty="0">
                <a:solidFill>
                  <a:srgbClr val="ED7F0D"/>
                </a:solidFill>
              </a:rPr>
              <a:t>Reason why we would like to raise this up is that it is affecting our recent graduates and we would like to discourage you from travelling out of Singapore during term time unless necessary. If you really have very valid reason to travel out of Singapore, write to your lecturers for approval of your absence in class with the purpose and duration. Please note that lecturers reserve the right to reject your leave request.</a:t>
            </a:r>
            <a:endParaRPr lang="en-SG"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25D7333-63AD-4649-AAAF-92C4DD218EF8}"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6880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717" y="-43827"/>
            <a:ext cx="12410591" cy="6980957"/>
          </a:xfrm>
          <a:prstGeom prst="rect">
            <a:avLst/>
          </a:prstGeom>
        </p:spPr>
      </p:pic>
      <p:sp>
        <p:nvSpPr>
          <p:cNvPr id="8" name="Trapezoid 15"/>
          <p:cNvSpPr/>
          <p:nvPr userDrawn="1"/>
        </p:nvSpPr>
        <p:spPr>
          <a:xfrm>
            <a:off x="-71719" y="1749294"/>
            <a:ext cx="7353128" cy="3521337"/>
          </a:xfrm>
          <a:custGeom>
            <a:avLst/>
            <a:gdLst>
              <a:gd name="connsiteX0" fmla="*/ 0 w 5424854"/>
              <a:gd name="connsiteY0" fmla="*/ 1018237 h 1018237"/>
              <a:gd name="connsiteX1" fmla="*/ 79127 w 5424854"/>
              <a:gd name="connsiteY1" fmla="*/ 0 h 1018237"/>
              <a:gd name="connsiteX2" fmla="*/ 5345727 w 5424854"/>
              <a:gd name="connsiteY2" fmla="*/ 0 h 1018237"/>
              <a:gd name="connsiteX3" fmla="*/ 5424854 w 5424854"/>
              <a:gd name="connsiteY3" fmla="*/ 1018237 h 1018237"/>
              <a:gd name="connsiteX4" fmla="*/ 0 w 5424854"/>
              <a:gd name="connsiteY4" fmla="*/ 1018237 h 1018237"/>
              <a:gd name="connsiteX0" fmla="*/ 4 w 5424858"/>
              <a:gd name="connsiteY0" fmla="*/ 1018237 h 1018237"/>
              <a:gd name="connsiteX1" fmla="*/ 0 w 5424858"/>
              <a:gd name="connsiteY1" fmla="*/ 8793 h 1018237"/>
              <a:gd name="connsiteX2" fmla="*/ 5345731 w 5424858"/>
              <a:gd name="connsiteY2" fmla="*/ 0 h 1018237"/>
              <a:gd name="connsiteX3" fmla="*/ 5424858 w 5424858"/>
              <a:gd name="connsiteY3" fmla="*/ 1018237 h 1018237"/>
              <a:gd name="connsiteX4" fmla="*/ 4 w 5424858"/>
              <a:gd name="connsiteY4" fmla="*/ 1018237 h 1018237"/>
              <a:gd name="connsiteX0" fmla="*/ 4 w 5433654"/>
              <a:gd name="connsiteY0" fmla="*/ 1009444 h 1009444"/>
              <a:gd name="connsiteX1" fmla="*/ 0 w 5433654"/>
              <a:gd name="connsiteY1" fmla="*/ 0 h 1009444"/>
              <a:gd name="connsiteX2" fmla="*/ 5433654 w 5433654"/>
              <a:gd name="connsiteY2" fmla="*/ 0 h 1009444"/>
              <a:gd name="connsiteX3" fmla="*/ 5424858 w 5433654"/>
              <a:gd name="connsiteY3" fmla="*/ 1009444 h 1009444"/>
              <a:gd name="connsiteX4" fmla="*/ 4 w 5433654"/>
              <a:gd name="connsiteY4" fmla="*/ 1009444 h 1009444"/>
              <a:gd name="connsiteX0" fmla="*/ 4 w 5433654"/>
              <a:gd name="connsiteY0" fmla="*/ 1009444 h 1018237"/>
              <a:gd name="connsiteX1" fmla="*/ 0 w 5433654"/>
              <a:gd name="connsiteY1" fmla="*/ 0 h 1018237"/>
              <a:gd name="connsiteX2" fmla="*/ 5433654 w 5433654"/>
              <a:gd name="connsiteY2" fmla="*/ 0 h 1018237"/>
              <a:gd name="connsiteX3" fmla="*/ 5363312 w 5433654"/>
              <a:gd name="connsiteY3" fmla="*/ 1018237 h 1018237"/>
              <a:gd name="connsiteX4" fmla="*/ 4 w 5433654"/>
              <a:gd name="connsiteY4" fmla="*/ 1009444 h 1018237"/>
              <a:gd name="connsiteX0" fmla="*/ 4 w 5540546"/>
              <a:gd name="connsiteY0" fmla="*/ 1009444 h 1018237"/>
              <a:gd name="connsiteX1" fmla="*/ 0 w 5540546"/>
              <a:gd name="connsiteY1" fmla="*/ 0 h 1018237"/>
              <a:gd name="connsiteX2" fmla="*/ 5540546 w 5540546"/>
              <a:gd name="connsiteY2" fmla="*/ 0 h 1018237"/>
              <a:gd name="connsiteX3" fmla="*/ 5363312 w 5540546"/>
              <a:gd name="connsiteY3" fmla="*/ 1018237 h 1018237"/>
              <a:gd name="connsiteX4" fmla="*/ 4 w 5540546"/>
              <a:gd name="connsiteY4" fmla="*/ 1009444 h 1018237"/>
              <a:gd name="connsiteX0" fmla="*/ 4 w 5540546"/>
              <a:gd name="connsiteY0" fmla="*/ 1009444 h 1269783"/>
              <a:gd name="connsiteX1" fmla="*/ 0 w 5540546"/>
              <a:gd name="connsiteY1" fmla="*/ 0 h 1269783"/>
              <a:gd name="connsiteX2" fmla="*/ 5540546 w 5540546"/>
              <a:gd name="connsiteY2" fmla="*/ 0 h 1269783"/>
              <a:gd name="connsiteX3" fmla="*/ 5318774 w 5540546"/>
              <a:gd name="connsiteY3" fmla="*/ 1269783 h 1269783"/>
              <a:gd name="connsiteX4" fmla="*/ 4 w 5540546"/>
              <a:gd name="connsiteY4" fmla="*/ 1009444 h 1269783"/>
              <a:gd name="connsiteX0" fmla="*/ 4 w 5540546"/>
              <a:gd name="connsiteY0" fmla="*/ 1260990 h 1269783"/>
              <a:gd name="connsiteX1" fmla="*/ 0 w 5540546"/>
              <a:gd name="connsiteY1" fmla="*/ 0 h 1269783"/>
              <a:gd name="connsiteX2" fmla="*/ 5540546 w 5540546"/>
              <a:gd name="connsiteY2" fmla="*/ 0 h 1269783"/>
              <a:gd name="connsiteX3" fmla="*/ 5318774 w 5540546"/>
              <a:gd name="connsiteY3" fmla="*/ 1269783 h 1269783"/>
              <a:gd name="connsiteX4" fmla="*/ 4 w 5540546"/>
              <a:gd name="connsiteY4" fmla="*/ 1260990 h 1269783"/>
              <a:gd name="connsiteX0" fmla="*/ 4 w 5540546"/>
              <a:gd name="connsiteY0" fmla="*/ 1260990 h 1269783"/>
              <a:gd name="connsiteX1" fmla="*/ 0 w 5540546"/>
              <a:gd name="connsiteY1" fmla="*/ 0 h 1269783"/>
              <a:gd name="connsiteX2" fmla="*/ 5540546 w 5540546"/>
              <a:gd name="connsiteY2" fmla="*/ 0 h 1269783"/>
              <a:gd name="connsiteX3" fmla="*/ 5380167 w 5540546"/>
              <a:gd name="connsiteY3" fmla="*/ 1269783 h 1269783"/>
              <a:gd name="connsiteX4" fmla="*/ 4 w 5540546"/>
              <a:gd name="connsiteY4" fmla="*/ 1260990 h 1269783"/>
              <a:gd name="connsiteX0" fmla="*/ 0 w 5595114"/>
              <a:gd name="connsiteY0" fmla="*/ 1260990 h 1269783"/>
              <a:gd name="connsiteX1" fmla="*/ 54568 w 5595114"/>
              <a:gd name="connsiteY1" fmla="*/ 0 h 1269783"/>
              <a:gd name="connsiteX2" fmla="*/ 5595114 w 5595114"/>
              <a:gd name="connsiteY2" fmla="*/ 0 h 1269783"/>
              <a:gd name="connsiteX3" fmla="*/ 5434735 w 5595114"/>
              <a:gd name="connsiteY3" fmla="*/ 1269783 h 1269783"/>
              <a:gd name="connsiteX4" fmla="*/ 0 w 5595114"/>
              <a:gd name="connsiteY4" fmla="*/ 1260990 h 1269783"/>
              <a:gd name="connsiteX0" fmla="*/ 3 w 5595117"/>
              <a:gd name="connsiteY0" fmla="*/ 1260990 h 1269783"/>
              <a:gd name="connsiteX1" fmla="*/ 0 w 5595117"/>
              <a:gd name="connsiteY1" fmla="*/ 3233 h 1269783"/>
              <a:gd name="connsiteX2" fmla="*/ 5595117 w 5595117"/>
              <a:gd name="connsiteY2" fmla="*/ 0 h 1269783"/>
              <a:gd name="connsiteX3" fmla="*/ 5434738 w 5595117"/>
              <a:gd name="connsiteY3" fmla="*/ 1269783 h 1269783"/>
              <a:gd name="connsiteX4" fmla="*/ 3 w 5595117"/>
              <a:gd name="connsiteY4" fmla="*/ 1260990 h 1269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5117" h="1269783">
                <a:moveTo>
                  <a:pt x="3" y="1260990"/>
                </a:moveTo>
                <a:cubicBezTo>
                  <a:pt x="2" y="924509"/>
                  <a:pt x="1" y="339714"/>
                  <a:pt x="0" y="3233"/>
                </a:cubicBezTo>
                <a:lnTo>
                  <a:pt x="5595117" y="0"/>
                </a:lnTo>
                <a:lnTo>
                  <a:pt x="5434738" y="1269783"/>
                </a:lnTo>
                <a:lnTo>
                  <a:pt x="3" y="1260990"/>
                </a:lnTo>
                <a:close/>
              </a:path>
            </a:pathLst>
          </a:custGeom>
          <a:solidFill>
            <a:schemeClr val="bg2">
              <a:lumMod val="10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 name="Title 1"/>
          <p:cNvSpPr>
            <a:spLocks noGrp="1"/>
          </p:cNvSpPr>
          <p:nvPr>
            <p:ph type="ctrTitle"/>
          </p:nvPr>
        </p:nvSpPr>
        <p:spPr>
          <a:xfrm>
            <a:off x="838201" y="2170469"/>
            <a:ext cx="6443209" cy="1715696"/>
          </a:xfrm>
          <a:effectLst>
            <a:outerShdw blurRad="50800" dist="76200" dir="2700000" algn="tl" rotWithShape="0">
              <a:prstClr val="black">
                <a:alpha val="40000"/>
              </a:prstClr>
            </a:outerShdw>
          </a:effectLst>
        </p:spPr>
        <p:txBody>
          <a:bodyPr anchor="t">
            <a:normAutofit/>
          </a:bodyPr>
          <a:lstStyle>
            <a:lvl1pPr algn="l">
              <a:defRPr sz="5333">
                <a:solidFill>
                  <a:schemeClr val="bg1">
                    <a:lumMod val="95000"/>
                  </a:schemeClr>
                </a:solidFill>
              </a:defRPr>
            </a:lvl1pPr>
          </a:lstStyle>
          <a:p>
            <a:r>
              <a:rPr lang="en-US" dirty="0"/>
              <a:t>Click to edit Master title style</a:t>
            </a:r>
          </a:p>
        </p:txBody>
      </p:sp>
      <p:sp>
        <p:nvSpPr>
          <p:cNvPr id="3" name="Subtitle 2"/>
          <p:cNvSpPr>
            <a:spLocks noGrp="1"/>
          </p:cNvSpPr>
          <p:nvPr>
            <p:ph type="subTitle" idx="1"/>
          </p:nvPr>
        </p:nvSpPr>
        <p:spPr>
          <a:xfrm>
            <a:off x="838200" y="3886166"/>
            <a:ext cx="6163235" cy="1196823"/>
          </a:xfrm>
        </p:spPr>
        <p:txBody>
          <a:bodyPr/>
          <a:lstStyle>
            <a:lvl1pPr marL="0" indent="0" algn="l">
              <a:buNone/>
              <a:defRPr sz="2400">
                <a:solidFill>
                  <a:schemeClr val="bg1">
                    <a:lumMod val="9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6" name="Slide Number Placeholder 5"/>
          <p:cNvSpPr>
            <a:spLocks noGrp="1"/>
          </p:cNvSpPr>
          <p:nvPr>
            <p:ph type="sldNum" sz="quarter" idx="12"/>
          </p:nvPr>
        </p:nvSpPr>
        <p:spPr>
          <a:xfrm>
            <a:off x="9291917" y="6356351"/>
            <a:ext cx="2743200" cy="365125"/>
          </a:xfrm>
        </p:spPr>
        <p:txBody>
          <a:bodyPr/>
          <a:lstStyle/>
          <a:p>
            <a:fld id="{C2E482B0-A764-7649-BFD8-7624B53F13A9}" type="slidenum">
              <a:rPr lang="en-GB" smtClean="0"/>
              <a:pPr/>
              <a:t>‹#›</a:t>
            </a:fld>
            <a:endParaRPr lang="en-GB" dirty="0"/>
          </a:p>
        </p:txBody>
      </p:sp>
      <p:sp>
        <p:nvSpPr>
          <p:cNvPr id="9" name="Text Box 20"/>
          <p:cNvSpPr txBox="1">
            <a:spLocks noChangeArrowheads="1"/>
          </p:cNvSpPr>
          <p:nvPr userDrawn="1"/>
        </p:nvSpPr>
        <p:spPr bwMode="auto">
          <a:xfrm>
            <a:off x="283697" y="6585721"/>
            <a:ext cx="2852063" cy="200055"/>
          </a:xfrm>
          <a:prstGeom prst="rect">
            <a:avLst/>
          </a:prstGeom>
          <a:noFill/>
          <a:ln w="9525">
            <a:noFill/>
            <a:miter lim="800000"/>
            <a:headEnd/>
            <a:tailEnd/>
          </a:ln>
          <a:effectLst/>
        </p:spPr>
        <p:txBody>
          <a:bodyPr wrap="none">
            <a:spAutoFit/>
          </a:bodyPr>
          <a:lstStyle>
            <a:lvl1pPr eaLnBrk="0" hangingPunct="0">
              <a:defRPr sz="2400">
                <a:solidFill>
                  <a:schemeClr val="tx1"/>
                </a:solidFill>
                <a:latin typeface="Century Gothic" panose="020B0502020202020204" pitchFamily="34" charset="0"/>
                <a:ea typeface="MS PGothic" panose="020B0600070205080204" pitchFamily="34" charset="-128"/>
              </a:defRPr>
            </a:lvl1pPr>
            <a:lvl2pPr marL="742950" indent="-285750" eaLnBrk="0" hangingPunct="0">
              <a:defRPr sz="2400">
                <a:solidFill>
                  <a:schemeClr val="tx1"/>
                </a:solidFill>
                <a:latin typeface="Century Gothic" panose="020B0502020202020204" pitchFamily="34" charset="0"/>
                <a:ea typeface="MS PGothic" panose="020B0600070205080204" pitchFamily="34" charset="-128"/>
              </a:defRPr>
            </a:lvl2pPr>
            <a:lvl3pPr marL="1143000" indent="-228600" eaLnBrk="0" hangingPunct="0">
              <a:defRPr sz="2400">
                <a:solidFill>
                  <a:schemeClr val="tx1"/>
                </a:solidFill>
                <a:latin typeface="Century Gothic" panose="020B0502020202020204" pitchFamily="34" charset="0"/>
                <a:ea typeface="MS PGothic" panose="020B0600070205080204" pitchFamily="34" charset="-128"/>
              </a:defRPr>
            </a:lvl3pPr>
            <a:lvl4pPr marL="1600200" indent="-228600" eaLnBrk="0" hangingPunct="0">
              <a:defRPr sz="2400">
                <a:solidFill>
                  <a:schemeClr val="tx1"/>
                </a:solidFill>
                <a:latin typeface="Century Gothic" panose="020B0502020202020204" pitchFamily="34" charset="0"/>
                <a:ea typeface="MS PGothic" panose="020B0600070205080204" pitchFamily="34" charset="-128"/>
              </a:defRPr>
            </a:lvl4pPr>
            <a:lvl5pPr marL="2057400" indent="-228600" eaLnBrk="0" hangingPunct="0">
              <a:defRPr sz="2400">
                <a:solidFill>
                  <a:schemeClr val="tx1"/>
                </a:solidFill>
                <a:latin typeface="Century Gothic" panose="020B0502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defRPr/>
            </a:pPr>
            <a:r>
              <a:rPr lang="en-US" altLang="en-US" sz="700" dirty="0">
                <a:solidFill>
                  <a:schemeClr val="tx1">
                    <a:lumMod val="85000"/>
                    <a:lumOff val="15000"/>
                  </a:schemeClr>
                </a:solidFill>
                <a:latin typeface="Arial" panose="020B0604020202020204" pitchFamily="34" charset="0"/>
                <a:cs typeface="Arial" panose="020B0604020202020204" pitchFamily="34" charset="0"/>
              </a:rPr>
              <a:t>© Copyright National University of Singapore. All Rights Reserved. </a:t>
            </a:r>
          </a:p>
        </p:txBody>
      </p:sp>
    </p:spTree>
    <p:extLst>
      <p:ext uri="{BB962C8B-B14F-4D97-AF65-F5344CB8AC3E}">
        <p14:creationId xmlns:p14="http://schemas.microsoft.com/office/powerpoint/2010/main" val="32138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marL="228594" indent="-228594">
              <a:buFontTx/>
              <a:buBlip>
                <a:blip r:embed="rId2"/>
              </a:buBlip>
              <a:defRPr/>
            </a:lvl1pPr>
            <a:lvl2pPr marL="685783" indent="-228594">
              <a:buFontTx/>
              <a:buBlip>
                <a:blip r:embed="rId2"/>
              </a:buBlip>
              <a:defRPr/>
            </a:lvl2pPr>
            <a:lvl3pPr marL="1142971" indent="-228594">
              <a:buFontTx/>
              <a:buBlip>
                <a:blip r:embed="rId2"/>
              </a:buBlip>
              <a:defRPr/>
            </a:lvl3pPr>
            <a:lvl4pPr marL="1600160" indent="-228594">
              <a:buFontTx/>
              <a:buBlip>
                <a:blip r:embed="rId2"/>
              </a:buBlip>
              <a:defRPr/>
            </a:lvl4pPr>
            <a:lvl5pPr marL="2057349" indent="-228594">
              <a:buFontTx/>
              <a:buBlip>
                <a:blip r:embed="rId2"/>
              </a:buBlip>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C2E482B0-A764-7649-BFD8-7624B53F13A9}" type="slidenum">
              <a:rPr lang="en-GB" smtClean="0"/>
              <a:pPr/>
              <a:t>‹#›</a:t>
            </a:fld>
            <a:endParaRPr lang="en-GB" dirty="0"/>
          </a:p>
        </p:txBody>
      </p:sp>
    </p:spTree>
    <p:extLst>
      <p:ext uri="{BB962C8B-B14F-4D97-AF65-F5344CB8AC3E}">
        <p14:creationId xmlns:p14="http://schemas.microsoft.com/office/powerpoint/2010/main" val="995312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userDrawn="1"/>
        </p:nvSpPr>
        <p:spPr>
          <a:xfrm>
            <a:off x="257908" y="184639"/>
            <a:ext cx="11704635" cy="624282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 name="Title 1"/>
          <p:cNvSpPr>
            <a:spLocks noGrp="1"/>
          </p:cNvSpPr>
          <p:nvPr>
            <p:ph type="title"/>
          </p:nvPr>
        </p:nvSpPr>
        <p:spPr>
          <a:xfrm>
            <a:off x="831851" y="1709740"/>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C2E482B0-A764-7649-BFD8-7624B53F13A9}" type="slidenum">
              <a:rPr lang="en-GB" smtClean="0"/>
              <a:pPr/>
              <a:t>‹#›</a:t>
            </a:fld>
            <a:endParaRPr lang="en-GB" dirty="0"/>
          </a:p>
        </p:txBody>
      </p:sp>
    </p:spTree>
    <p:extLst>
      <p:ext uri="{BB962C8B-B14F-4D97-AF65-F5344CB8AC3E}">
        <p14:creationId xmlns:p14="http://schemas.microsoft.com/office/powerpoint/2010/main" val="861999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userDrawn="1"/>
        </p:nvSpPr>
        <p:spPr>
          <a:xfrm>
            <a:off x="257908" y="1690689"/>
            <a:ext cx="11704635" cy="473677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9"/>
          </a:xfrm>
        </p:spPr>
        <p:txBody>
          <a:bodyPr/>
          <a:lstStyle>
            <a:lvl1pPr marL="228594" indent="-228594">
              <a:buFontTx/>
              <a:buBlip>
                <a:blip r:embed="rId2"/>
              </a:buBlip>
              <a:defRPr/>
            </a:lvl1pPr>
            <a:lvl2pPr marL="685783" indent="-228594">
              <a:buFontTx/>
              <a:buBlip>
                <a:blip r:embed="rId2"/>
              </a:buBlip>
              <a:defRPr/>
            </a:lvl2pPr>
            <a:lvl3pPr marL="1142971" indent="-228594">
              <a:buFontTx/>
              <a:buBlip>
                <a:blip r:embed="rId2"/>
              </a:buBlip>
              <a:defRPr/>
            </a:lvl3pPr>
            <a:lvl4pPr marL="1600160" indent="-228594">
              <a:buFontTx/>
              <a:buBlip>
                <a:blip r:embed="rId2"/>
              </a:buBlip>
              <a:defRPr/>
            </a:lvl4pPr>
            <a:lvl5pPr marL="2057349" indent="-228594">
              <a:buFontTx/>
              <a:buBlip>
                <a:blip r:embed="rId2"/>
              </a:buBlip>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9"/>
          </a:xfrm>
        </p:spPr>
        <p:txBody>
          <a:bodyPr/>
          <a:lstStyle>
            <a:lvl1pPr marL="228594" indent="-228594">
              <a:buFontTx/>
              <a:buBlip>
                <a:blip r:embed="rId2"/>
              </a:buBlip>
              <a:defRPr/>
            </a:lvl1pPr>
            <a:lvl2pPr marL="685783" indent="-228594">
              <a:buFontTx/>
              <a:buBlip>
                <a:blip r:embed="rId2"/>
              </a:buBlip>
              <a:defRPr/>
            </a:lvl2pPr>
            <a:lvl3pPr marL="1142971" indent="-228594">
              <a:buFontTx/>
              <a:buBlip>
                <a:blip r:embed="rId2"/>
              </a:buBlip>
              <a:defRPr/>
            </a:lvl3pPr>
            <a:lvl4pPr marL="1600160" indent="-228594">
              <a:buFontTx/>
              <a:buBlip>
                <a:blip r:embed="rId2"/>
              </a:buBlip>
              <a:defRPr/>
            </a:lvl4pPr>
            <a:lvl5pPr marL="2057349" indent="-228594">
              <a:buFontTx/>
              <a:buBlip>
                <a:blip r:embed="rId2"/>
              </a:buBlip>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C2E482B0-A764-7649-BFD8-7624B53F13A9}" type="slidenum">
              <a:rPr lang="en-GB" smtClean="0"/>
              <a:pPr/>
              <a:t>‹#›</a:t>
            </a:fld>
            <a:endParaRPr lang="en-GB" dirty="0"/>
          </a:p>
        </p:txBody>
      </p:sp>
    </p:spTree>
    <p:extLst>
      <p:ext uri="{BB962C8B-B14F-4D97-AF65-F5344CB8AC3E}">
        <p14:creationId xmlns:p14="http://schemas.microsoft.com/office/powerpoint/2010/main" val="4128449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userDrawn="1"/>
        </p:nvSpPr>
        <p:spPr>
          <a:xfrm>
            <a:off x="257908" y="1690689"/>
            <a:ext cx="11704635" cy="473677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1" name="Rectangle 10"/>
          <p:cNvSpPr/>
          <p:nvPr userDrawn="1"/>
        </p:nvSpPr>
        <p:spPr>
          <a:xfrm>
            <a:off x="257910" y="1700215"/>
            <a:ext cx="5826369" cy="4736771"/>
          </a:xfrm>
          <a:prstGeom prst="rect">
            <a:avLst/>
          </a:prstGeom>
          <a:solidFill>
            <a:srgbClr val="3368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solidFill>
                  <a:schemeClr val="bg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9" y="2505075"/>
            <a:ext cx="5157787" cy="3684588"/>
          </a:xfrm>
        </p:spPr>
        <p:txBody>
          <a:bodyPr/>
          <a:lstStyle>
            <a:lvl1pPr marL="228594" indent="-228594">
              <a:buFontTx/>
              <a:buBlip>
                <a:blip r:embed="rId2"/>
              </a:buBlip>
              <a:defRPr>
                <a:solidFill>
                  <a:schemeClr val="bg1"/>
                </a:solidFill>
              </a:defRPr>
            </a:lvl1pPr>
            <a:lvl2pPr marL="685783" indent="-228594">
              <a:buFontTx/>
              <a:buBlip>
                <a:blip r:embed="rId2"/>
              </a:buBlip>
              <a:defRPr>
                <a:solidFill>
                  <a:schemeClr val="bg1"/>
                </a:solidFill>
              </a:defRPr>
            </a:lvl2pPr>
            <a:lvl3pPr marL="1142971" indent="-228594">
              <a:buFontTx/>
              <a:buBlip>
                <a:blip r:embed="rId2"/>
              </a:buBlip>
              <a:defRPr>
                <a:solidFill>
                  <a:schemeClr val="bg1"/>
                </a:solidFill>
              </a:defRPr>
            </a:lvl3pPr>
            <a:lvl4pPr marL="1600160" indent="-228594">
              <a:buFontTx/>
              <a:buBlip>
                <a:blip r:embed="rId2"/>
              </a:buBlip>
              <a:defRPr>
                <a:solidFill>
                  <a:schemeClr val="bg1"/>
                </a:solidFill>
              </a:defRPr>
            </a:lvl4pPr>
            <a:lvl5pPr marL="2057349" indent="-228594">
              <a:buFontTx/>
              <a:buBlip>
                <a:blip r:embed="rId2"/>
              </a:buBlip>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lvl1pPr marL="228594" indent="-228594">
              <a:buFontTx/>
              <a:buBlip>
                <a:blip r:embed="rId2"/>
              </a:buBlip>
              <a:defRPr/>
            </a:lvl1pPr>
            <a:lvl2pPr marL="685783" indent="-228594">
              <a:buFontTx/>
              <a:buBlip>
                <a:blip r:embed="rId2"/>
              </a:buBlip>
              <a:defRPr/>
            </a:lvl2pPr>
            <a:lvl3pPr marL="1142971" indent="-228594">
              <a:buFontTx/>
              <a:buBlip>
                <a:blip r:embed="rId2"/>
              </a:buBlip>
              <a:defRPr/>
            </a:lvl3pPr>
            <a:lvl4pPr marL="1600160" indent="-228594">
              <a:buFontTx/>
              <a:buBlip>
                <a:blip r:embed="rId2"/>
              </a:buBlip>
              <a:defRPr/>
            </a:lvl4pPr>
            <a:lvl5pPr marL="2057349" indent="-228594">
              <a:buFontTx/>
              <a:buBlip>
                <a:blip r:embed="rId2"/>
              </a:buBlip>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p:cNvSpPr>
            <a:spLocks noGrp="1"/>
          </p:cNvSpPr>
          <p:nvPr>
            <p:ph type="sldNum" sz="quarter" idx="12"/>
          </p:nvPr>
        </p:nvSpPr>
        <p:spPr/>
        <p:txBody>
          <a:bodyPr/>
          <a:lstStyle/>
          <a:p>
            <a:fld id="{C2E482B0-A764-7649-BFD8-7624B53F13A9}" type="slidenum">
              <a:rPr lang="en-GB" smtClean="0"/>
              <a:pPr/>
              <a:t>‹#›</a:t>
            </a:fld>
            <a:endParaRPr lang="en-GB" dirty="0"/>
          </a:p>
        </p:txBody>
      </p:sp>
    </p:spTree>
    <p:extLst>
      <p:ext uri="{BB962C8B-B14F-4D97-AF65-F5344CB8AC3E}">
        <p14:creationId xmlns:p14="http://schemas.microsoft.com/office/powerpoint/2010/main" val="1713273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C2E482B0-A764-7649-BFD8-7624B53F13A9}" type="slidenum">
              <a:rPr lang="en-GB" smtClean="0"/>
              <a:pPr/>
              <a:t>‹#›</a:t>
            </a:fld>
            <a:endParaRPr lang="en-GB" dirty="0"/>
          </a:p>
        </p:txBody>
      </p:sp>
    </p:spTree>
    <p:extLst>
      <p:ext uri="{BB962C8B-B14F-4D97-AF65-F5344CB8AC3E}">
        <p14:creationId xmlns:p14="http://schemas.microsoft.com/office/powerpoint/2010/main" val="1911690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2E482B0-A764-7649-BFD8-7624B53F13A9}" type="slidenum">
              <a:rPr lang="en-GB" smtClean="0"/>
              <a:pPr/>
              <a:t>‹#›</a:t>
            </a:fld>
            <a:endParaRPr lang="en-GB" dirty="0"/>
          </a:p>
        </p:txBody>
      </p:sp>
    </p:spTree>
    <p:extLst>
      <p:ext uri="{BB962C8B-B14F-4D97-AF65-F5344CB8AC3E}">
        <p14:creationId xmlns:p14="http://schemas.microsoft.com/office/powerpoint/2010/main" val="580215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userDrawn="1"/>
        </p:nvSpPr>
        <p:spPr>
          <a:xfrm>
            <a:off x="5017478" y="219809"/>
            <a:ext cx="6945065" cy="62076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 name="Rectangle 8"/>
          <p:cNvSpPr/>
          <p:nvPr userDrawn="1"/>
        </p:nvSpPr>
        <p:spPr>
          <a:xfrm>
            <a:off x="257910" y="219809"/>
            <a:ext cx="4759569" cy="6217177"/>
          </a:xfrm>
          <a:prstGeom prst="rect">
            <a:avLst/>
          </a:prstGeom>
          <a:solidFill>
            <a:srgbClr val="3368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 name="Title 1"/>
          <p:cNvSpPr>
            <a:spLocks noGrp="1"/>
          </p:cNvSpPr>
          <p:nvPr>
            <p:ph type="title"/>
          </p:nvPr>
        </p:nvSpPr>
        <p:spPr>
          <a:xfrm>
            <a:off x="839788" y="457200"/>
            <a:ext cx="3932237" cy="1600200"/>
          </a:xfrm>
        </p:spPr>
        <p:txBody>
          <a:bodyPr anchor="b"/>
          <a:lstStyle>
            <a:lvl1pPr>
              <a:defRPr sz="32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83188" y="987426"/>
            <a:ext cx="6172200" cy="4873625"/>
          </a:xfrm>
        </p:spPr>
        <p:txBody>
          <a:bodyPr/>
          <a:lstStyle>
            <a:lvl1pPr marL="228594" indent="-228594">
              <a:buFontTx/>
              <a:buBlip>
                <a:blip r:embed="rId2"/>
              </a:buBlip>
              <a:defRPr sz="3200"/>
            </a:lvl1pPr>
            <a:lvl2pPr marL="685783" indent="-228594">
              <a:buFontTx/>
              <a:buBlip>
                <a:blip r:embed="rId2"/>
              </a:buBlip>
              <a:defRPr sz="2800"/>
            </a:lvl2pPr>
            <a:lvl3pPr marL="1142971" indent="-228594">
              <a:buFontTx/>
              <a:buBlip>
                <a:blip r:embed="rId2"/>
              </a:buBlip>
              <a:defRPr sz="2400"/>
            </a:lvl3pPr>
            <a:lvl4pPr marL="1600160" indent="-228594">
              <a:buFontTx/>
              <a:buBlip>
                <a:blip r:embed="rId2"/>
              </a:buBlip>
              <a:defRPr sz="2000"/>
            </a:lvl4pPr>
            <a:lvl5pPr marL="2057349" indent="-228594">
              <a:buFontTx/>
              <a:buBlip>
                <a:blip r:embed="rId2"/>
              </a:buBlip>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solidFill>
                  <a:schemeClr val="bg1"/>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C2E482B0-A764-7649-BFD8-7624B53F13A9}" type="slidenum">
              <a:rPr lang="en-GB" smtClean="0"/>
              <a:pPr/>
              <a:t>‹#›</a:t>
            </a:fld>
            <a:endParaRPr lang="en-GB" dirty="0"/>
          </a:p>
        </p:txBody>
      </p:sp>
    </p:spTree>
    <p:extLst>
      <p:ext uri="{BB962C8B-B14F-4D97-AF65-F5344CB8AC3E}">
        <p14:creationId xmlns:p14="http://schemas.microsoft.com/office/powerpoint/2010/main" val="169498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userDrawn="1"/>
        </p:nvSpPr>
        <p:spPr>
          <a:xfrm>
            <a:off x="5017478" y="219809"/>
            <a:ext cx="6945065" cy="62076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 name="Rectangle 8"/>
          <p:cNvSpPr/>
          <p:nvPr userDrawn="1"/>
        </p:nvSpPr>
        <p:spPr>
          <a:xfrm>
            <a:off x="257910" y="219809"/>
            <a:ext cx="4759569" cy="6217177"/>
          </a:xfrm>
          <a:prstGeom prst="rect">
            <a:avLst/>
          </a:prstGeom>
          <a:solidFill>
            <a:srgbClr val="3368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 name="Title 1"/>
          <p:cNvSpPr>
            <a:spLocks noGrp="1"/>
          </p:cNvSpPr>
          <p:nvPr>
            <p:ph type="title"/>
          </p:nvPr>
        </p:nvSpPr>
        <p:spPr>
          <a:xfrm>
            <a:off x="839788" y="457200"/>
            <a:ext cx="3932237" cy="1600200"/>
          </a:xfrm>
        </p:spPr>
        <p:txBody>
          <a:bodyPr anchor="b"/>
          <a:lstStyle>
            <a:lvl1pPr>
              <a:defRPr sz="320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solidFill>
                  <a:schemeClr val="bg1"/>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C2E482B0-A764-7649-BFD8-7624B53F13A9}" type="slidenum">
              <a:rPr lang="en-GB" smtClean="0"/>
              <a:pPr/>
              <a:t>‹#›</a:t>
            </a:fld>
            <a:endParaRPr lang="en-GB" dirty="0"/>
          </a:p>
        </p:txBody>
      </p:sp>
    </p:spTree>
    <p:extLst>
      <p:ext uri="{BB962C8B-B14F-4D97-AF65-F5344CB8AC3E}">
        <p14:creationId xmlns:p14="http://schemas.microsoft.com/office/powerpoint/2010/main" val="1978108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lvl1pPr marL="228594" indent="-228594">
              <a:buFontTx/>
              <a:buBlip>
                <a:blip r:embed="rId2"/>
              </a:buBlip>
              <a:defRPr/>
            </a:lvl1pPr>
            <a:lvl2pPr marL="685783" indent="-228594">
              <a:buFontTx/>
              <a:buBlip>
                <a:blip r:embed="rId2"/>
              </a:buBlip>
              <a:defRPr/>
            </a:lvl2pPr>
            <a:lvl3pPr marL="1142971" indent="-228594">
              <a:buFontTx/>
              <a:buBlip>
                <a:blip r:embed="rId2"/>
              </a:buBlip>
              <a:defRPr/>
            </a:lvl3pPr>
            <a:lvl4pPr marL="1600160" indent="-228594">
              <a:buFontTx/>
              <a:buBlip>
                <a:blip r:embed="rId2"/>
              </a:buBlip>
              <a:defRPr/>
            </a:lvl4pPr>
            <a:lvl5pPr marL="2057349" indent="-228594">
              <a:buFontTx/>
              <a:buBlip>
                <a:blip r:embed="rId2"/>
              </a:buBlip>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C2E482B0-A764-7649-BFD8-7624B53F13A9}" type="slidenum">
              <a:rPr lang="en-GB" smtClean="0"/>
              <a:pPr/>
              <a:t>‹#›</a:t>
            </a:fld>
            <a:endParaRPr lang="en-GB" dirty="0"/>
          </a:p>
        </p:txBody>
      </p:sp>
    </p:spTree>
    <p:extLst>
      <p:ext uri="{BB962C8B-B14F-4D97-AF65-F5344CB8AC3E}">
        <p14:creationId xmlns:p14="http://schemas.microsoft.com/office/powerpoint/2010/main" val="3094757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C2E482B0-A764-7649-BFD8-7624B53F13A9}" type="slidenum">
              <a:rPr lang="en-GB" smtClean="0"/>
              <a:pPr/>
              <a:t>‹#›</a:t>
            </a:fld>
            <a:endParaRPr lang="en-GB" dirty="0"/>
          </a:p>
        </p:txBody>
      </p:sp>
    </p:spTree>
    <p:extLst>
      <p:ext uri="{BB962C8B-B14F-4D97-AF65-F5344CB8AC3E}">
        <p14:creationId xmlns:p14="http://schemas.microsoft.com/office/powerpoint/2010/main" val="19902018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5" name="Rectangle 4"/>
          <p:cNvSpPr/>
          <p:nvPr userDrawn="1"/>
        </p:nvSpPr>
        <p:spPr>
          <a:xfrm>
            <a:off x="257908" y="1690690"/>
            <a:ext cx="11704635" cy="473676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6" name="Rectangle 5"/>
          <p:cNvSpPr/>
          <p:nvPr userDrawn="1"/>
        </p:nvSpPr>
        <p:spPr>
          <a:xfrm>
            <a:off x="0" y="1"/>
            <a:ext cx="12285784" cy="1690689"/>
          </a:xfrm>
          <a:prstGeom prst="rect">
            <a:avLst/>
          </a:prstGeom>
          <a:solidFill>
            <a:srgbClr val="3368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 name="Title 1"/>
          <p:cNvSpPr>
            <a:spLocks noGrp="1"/>
          </p:cNvSpPr>
          <p:nvPr>
            <p:ph type="title"/>
          </p:nvPr>
        </p:nvSpPr>
        <p:spPr/>
        <p:txBody>
          <a:bodyPr>
            <a:normAutofit/>
          </a:bodyPr>
          <a:lstStyle>
            <a:lvl1pPr>
              <a:defRPr sz="4000" b="1">
                <a:solidFill>
                  <a:schemeClr val="bg1"/>
                </a:solidFill>
              </a:defRPr>
            </a:lvl1pPr>
          </a:lstStyle>
          <a:p>
            <a:r>
              <a:rPr lang="en-US" dirty="0"/>
              <a:t>Click to edit Master title style</a:t>
            </a:r>
          </a:p>
        </p:txBody>
      </p:sp>
      <p:sp>
        <p:nvSpPr>
          <p:cNvPr id="8" name="Slide Number Placeholder 5"/>
          <p:cNvSpPr>
            <a:spLocks noGrp="1"/>
          </p:cNvSpPr>
          <p:nvPr>
            <p:ph type="sldNum" sz="quarter" idx="10"/>
          </p:nvPr>
        </p:nvSpPr>
        <p:spPr>
          <a:xfrm>
            <a:off x="9219343" y="6427459"/>
            <a:ext cx="2743200" cy="365125"/>
          </a:xfrm>
          <a:prstGeom prst="rect">
            <a:avLst/>
          </a:prstGeom>
        </p:spPr>
        <p:txBody>
          <a:bodyPr/>
          <a:lstStyle>
            <a:lvl1pPr algn="r">
              <a:defRPr sz="1200">
                <a:solidFill>
                  <a:schemeClr val="bg1">
                    <a:lumMod val="50000"/>
                  </a:schemeClr>
                </a:solidFill>
              </a:defRPr>
            </a:lvl1pPr>
          </a:lstStyle>
          <a:p>
            <a:fld id="{C2E482B0-A764-7649-BFD8-7624B53F13A9}" type="slidenum">
              <a:rPr lang="en-GB" smtClean="0"/>
              <a:pPr/>
              <a:t>‹#›</a:t>
            </a:fld>
            <a:endParaRPr lang="en-GB" dirty="0"/>
          </a:p>
        </p:txBody>
      </p:sp>
      <p:sp>
        <p:nvSpPr>
          <p:cNvPr id="4" name="Content Placeholder 2"/>
          <p:cNvSpPr>
            <a:spLocks noGrp="1"/>
          </p:cNvSpPr>
          <p:nvPr>
            <p:ph idx="1"/>
          </p:nvPr>
        </p:nvSpPr>
        <p:spPr>
          <a:xfrm>
            <a:off x="838200" y="1825625"/>
            <a:ext cx="10515600" cy="3968507"/>
          </a:xfrm>
        </p:spPr>
        <p:txBody>
          <a:bodyPr/>
          <a:lstStyle>
            <a:lvl1pPr marL="228594" indent="-228594">
              <a:buFontTx/>
              <a:buBlip>
                <a:blip r:embed="rId2"/>
              </a:buBlip>
              <a:defRPr/>
            </a:lvl1pPr>
            <a:lvl2pPr marL="685783" indent="-228594">
              <a:buFontTx/>
              <a:buBlip>
                <a:blip r:embed="rId2"/>
              </a:buBlip>
              <a:defRPr/>
            </a:lvl2pPr>
            <a:lvl3pPr marL="1142971" indent="-228594">
              <a:buFontTx/>
              <a:buBlip>
                <a:blip r:embed="rId2"/>
              </a:buBlip>
              <a:defRPr/>
            </a:lvl3pPr>
            <a:lvl4pPr marL="1600160" indent="-228594">
              <a:buFontTx/>
              <a:buBlip>
                <a:blip r:embed="rId2"/>
              </a:buBlip>
              <a:defRPr/>
            </a:lvl4pPr>
            <a:lvl5pPr marL="2057349" indent="-228594">
              <a:buFontTx/>
              <a:buBlip>
                <a:blip r:embed="rId2"/>
              </a:buBlip>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7442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a:solidFill>
                  <a:srgbClr val="004282"/>
                </a:solidFill>
              </a:defRPr>
            </a:lvl1pPr>
          </a:lstStyle>
          <a:p>
            <a:r>
              <a:rPr lang="en-US" dirty="0"/>
              <a:t>Click to edit Master title style</a:t>
            </a:r>
          </a:p>
        </p:txBody>
      </p:sp>
      <p:sp>
        <p:nvSpPr>
          <p:cNvPr id="9" name="Slide Number Placeholder 5"/>
          <p:cNvSpPr>
            <a:spLocks noGrp="1"/>
          </p:cNvSpPr>
          <p:nvPr>
            <p:ph type="sldNum" sz="quarter" idx="4"/>
          </p:nvPr>
        </p:nvSpPr>
        <p:spPr>
          <a:xfrm>
            <a:off x="9219343" y="6427459"/>
            <a:ext cx="2743200" cy="365125"/>
          </a:xfrm>
          <a:prstGeom prst="rect">
            <a:avLst/>
          </a:prstGeom>
        </p:spPr>
        <p:txBody>
          <a:bodyPr/>
          <a:lstStyle>
            <a:lvl1pPr algn="r">
              <a:defRPr sz="1200">
                <a:solidFill>
                  <a:schemeClr val="bg1">
                    <a:lumMod val="50000"/>
                  </a:schemeClr>
                </a:solidFill>
              </a:defRPr>
            </a:lvl1pPr>
          </a:lstStyle>
          <a:p>
            <a:fld id="{C2E482B0-A764-7649-BFD8-7624B53F13A9}" type="slidenum">
              <a:rPr lang="en-GB" smtClean="0"/>
              <a:pPr/>
              <a:t>‹#›</a:t>
            </a:fld>
            <a:endParaRPr lang="en-GB" dirty="0"/>
          </a:p>
        </p:txBody>
      </p:sp>
      <p:sp>
        <p:nvSpPr>
          <p:cNvPr id="7" name="Content Placeholder 2"/>
          <p:cNvSpPr>
            <a:spLocks noGrp="1"/>
          </p:cNvSpPr>
          <p:nvPr>
            <p:ph idx="1"/>
          </p:nvPr>
        </p:nvSpPr>
        <p:spPr>
          <a:xfrm>
            <a:off x="838200" y="1825625"/>
            <a:ext cx="10515600" cy="3968507"/>
          </a:xfrm>
        </p:spPr>
        <p:txBody>
          <a:bodyPr/>
          <a:lstStyle>
            <a:lvl1pPr marL="228594" indent="-228594">
              <a:buFontTx/>
              <a:buBlip>
                <a:blip r:embed="rId2"/>
              </a:buBlip>
              <a:defRPr/>
            </a:lvl1pPr>
            <a:lvl2pPr marL="685783" indent="-228594">
              <a:buFontTx/>
              <a:buBlip>
                <a:blip r:embed="rId2"/>
              </a:buBlip>
              <a:defRPr/>
            </a:lvl2pPr>
            <a:lvl3pPr marL="1142971" indent="-228594">
              <a:buFontTx/>
              <a:buBlip>
                <a:blip r:embed="rId2"/>
              </a:buBlip>
              <a:defRPr/>
            </a:lvl3pPr>
            <a:lvl4pPr marL="1600160" indent="-228594">
              <a:buFontTx/>
              <a:buBlip>
                <a:blip r:embed="rId2"/>
              </a:buBlip>
              <a:defRPr/>
            </a:lvl4pPr>
            <a:lvl5pPr marL="2057349" indent="-228594">
              <a:buFontTx/>
              <a:buBlip>
                <a:blip r:embed="rId2"/>
              </a:buBlip>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02269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charset="0"/>
                <a:ea typeface="Arial" charset="0"/>
                <a:cs typeface="Arial" charset="0"/>
              </a:defRPr>
            </a:lvl1pPr>
          </a:lstStyle>
          <a:p>
            <a:fld id="{C2E482B0-A764-7649-BFD8-7624B53F13A9}" type="slidenum">
              <a:rPr lang="en-GB" smtClean="0"/>
              <a:pPr/>
              <a:t>‹#›</a:t>
            </a:fld>
            <a:endParaRPr lang="en-GB" dirty="0"/>
          </a:p>
        </p:txBody>
      </p:sp>
      <p:sp>
        <p:nvSpPr>
          <p:cNvPr id="7" name="Text Box 20"/>
          <p:cNvSpPr txBox="1">
            <a:spLocks noChangeArrowheads="1"/>
          </p:cNvSpPr>
          <p:nvPr userDrawn="1"/>
        </p:nvSpPr>
        <p:spPr bwMode="auto">
          <a:xfrm>
            <a:off x="740897" y="6503185"/>
            <a:ext cx="2852063" cy="200055"/>
          </a:xfrm>
          <a:prstGeom prst="rect">
            <a:avLst/>
          </a:prstGeom>
          <a:noFill/>
          <a:ln w="9525">
            <a:noFill/>
            <a:miter lim="800000"/>
            <a:headEnd/>
            <a:tailEnd/>
          </a:ln>
          <a:effectLst/>
        </p:spPr>
        <p:txBody>
          <a:bodyPr wrap="none">
            <a:spAutoFit/>
          </a:bodyPr>
          <a:lstStyle>
            <a:lvl1pPr eaLnBrk="0" hangingPunct="0">
              <a:defRPr sz="2400">
                <a:solidFill>
                  <a:schemeClr val="tx1"/>
                </a:solidFill>
                <a:latin typeface="Century Gothic" panose="020B0502020202020204" pitchFamily="34" charset="0"/>
                <a:ea typeface="MS PGothic" panose="020B0600070205080204" pitchFamily="34" charset="-128"/>
              </a:defRPr>
            </a:lvl1pPr>
            <a:lvl2pPr marL="742950" indent="-285750" eaLnBrk="0" hangingPunct="0">
              <a:defRPr sz="2400">
                <a:solidFill>
                  <a:schemeClr val="tx1"/>
                </a:solidFill>
                <a:latin typeface="Century Gothic" panose="020B0502020202020204" pitchFamily="34" charset="0"/>
                <a:ea typeface="MS PGothic" panose="020B0600070205080204" pitchFamily="34" charset="-128"/>
              </a:defRPr>
            </a:lvl2pPr>
            <a:lvl3pPr marL="1143000" indent="-228600" eaLnBrk="0" hangingPunct="0">
              <a:defRPr sz="2400">
                <a:solidFill>
                  <a:schemeClr val="tx1"/>
                </a:solidFill>
                <a:latin typeface="Century Gothic" panose="020B0502020202020204" pitchFamily="34" charset="0"/>
                <a:ea typeface="MS PGothic" panose="020B0600070205080204" pitchFamily="34" charset="-128"/>
              </a:defRPr>
            </a:lvl3pPr>
            <a:lvl4pPr marL="1600200" indent="-228600" eaLnBrk="0" hangingPunct="0">
              <a:defRPr sz="2400">
                <a:solidFill>
                  <a:schemeClr val="tx1"/>
                </a:solidFill>
                <a:latin typeface="Century Gothic" panose="020B0502020202020204" pitchFamily="34" charset="0"/>
                <a:ea typeface="MS PGothic" panose="020B0600070205080204" pitchFamily="34" charset="-128"/>
              </a:defRPr>
            </a:lvl4pPr>
            <a:lvl5pPr marL="2057400" indent="-228600" eaLnBrk="0" hangingPunct="0">
              <a:defRPr sz="2400">
                <a:solidFill>
                  <a:schemeClr val="tx1"/>
                </a:solidFill>
                <a:latin typeface="Century Gothic" panose="020B0502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defRPr/>
            </a:pPr>
            <a:r>
              <a:rPr lang="en-US" altLang="en-US" sz="700" dirty="0">
                <a:solidFill>
                  <a:schemeClr val="tx1">
                    <a:lumMod val="85000"/>
                    <a:lumOff val="15000"/>
                  </a:schemeClr>
                </a:solidFill>
                <a:latin typeface="Arial" charset="0"/>
                <a:ea typeface="Arial" charset="0"/>
                <a:cs typeface="Arial" charset="0"/>
              </a:rPr>
              <a:t>© Copyright National University of Singapore. All Rights Reserved. </a:t>
            </a:r>
          </a:p>
        </p:txBody>
      </p:sp>
    </p:spTree>
    <p:extLst>
      <p:ext uri="{BB962C8B-B14F-4D97-AF65-F5344CB8AC3E}">
        <p14:creationId xmlns:p14="http://schemas.microsoft.com/office/powerpoint/2010/main" val="9747936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377" rtl="0" eaLnBrk="1" latinLnBrk="0" hangingPunct="1">
        <a:lnSpc>
          <a:spcPct val="90000"/>
        </a:lnSpc>
        <a:spcBef>
          <a:spcPct val="0"/>
        </a:spcBef>
        <a:buNone/>
        <a:defRPr sz="4400" b="1" kern="1200">
          <a:solidFill>
            <a:srgbClr val="004282"/>
          </a:solidFill>
          <a:latin typeface="Arial" charset="0"/>
          <a:ea typeface="Arial" charset="0"/>
          <a:cs typeface="Arial" charset="0"/>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rgbClr val="004282"/>
          </a:solidFill>
          <a:latin typeface="Arial" charset="0"/>
          <a:ea typeface="Arial" charset="0"/>
          <a:cs typeface="Arial"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rgbClr val="004282"/>
          </a:solidFill>
          <a:latin typeface="Arial" charset="0"/>
          <a:ea typeface="Arial" charset="0"/>
          <a:cs typeface="Arial"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rgbClr val="004282"/>
          </a:solidFill>
          <a:latin typeface="Arial" charset="0"/>
          <a:ea typeface="Arial" charset="0"/>
          <a:cs typeface="Arial"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rgbClr val="004282"/>
          </a:solidFill>
          <a:latin typeface="Arial" charset="0"/>
          <a:ea typeface="Arial" charset="0"/>
          <a:cs typeface="Arial"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rgbClr val="004282"/>
          </a:solidFill>
          <a:latin typeface="Arial" charset="0"/>
          <a:ea typeface="Arial" charset="0"/>
          <a:cs typeface="Arial"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1730F-457A-4B97-A691-F1277708EA2B}"/>
              </a:ext>
            </a:extLst>
          </p:cNvPr>
          <p:cNvSpPr>
            <a:spLocks noGrp="1"/>
          </p:cNvSpPr>
          <p:nvPr>
            <p:ph type="title"/>
          </p:nvPr>
        </p:nvSpPr>
        <p:spPr/>
        <p:txBody>
          <a:bodyPr/>
          <a:lstStyle/>
          <a:p>
            <a:r>
              <a:rPr lang="en-GB" dirty="0"/>
              <a:t>Regarding overseas leave</a:t>
            </a:r>
            <a:endParaRPr lang="en-SG" dirty="0"/>
          </a:p>
        </p:txBody>
      </p:sp>
      <p:sp>
        <p:nvSpPr>
          <p:cNvPr id="3" name="Content Placeholder 2">
            <a:extLst>
              <a:ext uri="{FF2B5EF4-FFF2-40B4-BE49-F238E27FC236}">
                <a16:creationId xmlns:a16="http://schemas.microsoft.com/office/drawing/2014/main" id="{5CE59BC8-E15E-4E6E-8701-D42D0D61EC59}"/>
              </a:ext>
            </a:extLst>
          </p:cNvPr>
          <p:cNvSpPr>
            <a:spLocks noGrp="1"/>
          </p:cNvSpPr>
          <p:nvPr>
            <p:ph idx="1"/>
          </p:nvPr>
        </p:nvSpPr>
        <p:spPr>
          <a:xfrm>
            <a:off x="743712" y="1499884"/>
            <a:ext cx="10773725" cy="4912549"/>
          </a:xfrm>
        </p:spPr>
        <p:txBody>
          <a:bodyPr>
            <a:normAutofit fontScale="85000" lnSpcReduction="20000"/>
          </a:bodyPr>
          <a:lstStyle/>
          <a:p>
            <a:pPr>
              <a:lnSpc>
                <a:spcPct val="120000"/>
              </a:lnSpc>
            </a:pPr>
            <a:r>
              <a:rPr lang="en-US" sz="3200" dirty="0">
                <a:solidFill>
                  <a:srgbClr val="ED7F0D"/>
                </a:solidFill>
              </a:rPr>
              <a:t>Recently, China has implemented stringent measures regarding the overseas degree verification by the Chinese Service Center for Scholarly Exchange (CSCSE) for Chinese students returning to China for full-time jobs or PhD </a:t>
            </a:r>
            <a:r>
              <a:rPr lang="en-US" sz="3200" dirty="0" err="1">
                <a:solidFill>
                  <a:srgbClr val="ED7F0D"/>
                </a:solidFill>
              </a:rPr>
              <a:t>programmes</a:t>
            </a:r>
            <a:r>
              <a:rPr lang="en-US" sz="3200" dirty="0">
                <a:solidFill>
                  <a:srgbClr val="ED7F0D"/>
                </a:solidFill>
              </a:rPr>
              <a:t> after graduation.</a:t>
            </a:r>
          </a:p>
          <a:p>
            <a:pPr>
              <a:lnSpc>
                <a:spcPct val="120000"/>
              </a:lnSpc>
            </a:pPr>
            <a:endParaRPr lang="en-US" sz="3200" dirty="0">
              <a:solidFill>
                <a:srgbClr val="ED7F0D"/>
              </a:solidFill>
            </a:endParaRPr>
          </a:p>
          <a:p>
            <a:pPr>
              <a:lnSpc>
                <a:spcPct val="120000"/>
              </a:lnSpc>
            </a:pPr>
            <a:r>
              <a:rPr lang="en-US" sz="3200" dirty="0">
                <a:solidFill>
                  <a:srgbClr val="ED7F0D"/>
                </a:solidFill>
              </a:rPr>
              <a:t>Please refrain from travelling out of Singapore during term time.</a:t>
            </a:r>
          </a:p>
          <a:p>
            <a:pPr>
              <a:lnSpc>
                <a:spcPct val="120000"/>
              </a:lnSpc>
            </a:pPr>
            <a:endParaRPr lang="en-US" sz="3200" dirty="0">
              <a:solidFill>
                <a:srgbClr val="ED7F0D"/>
              </a:solidFill>
            </a:endParaRPr>
          </a:p>
          <a:p>
            <a:pPr>
              <a:lnSpc>
                <a:spcPct val="120000"/>
              </a:lnSpc>
            </a:pPr>
            <a:r>
              <a:rPr lang="en-US" sz="3200" dirty="0">
                <a:solidFill>
                  <a:srgbClr val="ED7F0D"/>
                </a:solidFill>
              </a:rPr>
              <a:t>Write to lecturers for approval of your absence in class </a:t>
            </a:r>
            <a:r>
              <a:rPr lang="en-US" sz="3200" u="sng" dirty="0">
                <a:solidFill>
                  <a:srgbClr val="ED7F0D"/>
                </a:solidFill>
              </a:rPr>
              <a:t>ONLY</a:t>
            </a:r>
            <a:r>
              <a:rPr lang="en-US" sz="3200" dirty="0">
                <a:solidFill>
                  <a:srgbClr val="ED7F0D"/>
                </a:solidFill>
              </a:rPr>
              <a:t> if you have valid reasons to travel out of Singapore. Lecturers reserve the right to reject your leave request.</a:t>
            </a:r>
          </a:p>
        </p:txBody>
      </p:sp>
      <p:sp>
        <p:nvSpPr>
          <p:cNvPr id="5" name="Rectangle 4">
            <a:extLst>
              <a:ext uri="{FF2B5EF4-FFF2-40B4-BE49-F238E27FC236}">
                <a16:creationId xmlns:a16="http://schemas.microsoft.com/office/drawing/2014/main" id="{75162D66-FBA2-49F1-8A34-26B85E4B3C12}"/>
              </a:ext>
            </a:extLst>
          </p:cNvPr>
          <p:cNvSpPr/>
          <p:nvPr/>
        </p:nvSpPr>
        <p:spPr>
          <a:xfrm>
            <a:off x="792480" y="733267"/>
            <a:ext cx="48768" cy="548640"/>
          </a:xfrm>
          <a:prstGeom prst="rect">
            <a:avLst/>
          </a:prstGeom>
          <a:solidFill>
            <a:srgbClr val="ED7F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GB">
              <a:solidFill>
                <a:prstClr val="white"/>
              </a:solidFill>
              <a:latin typeface="Calibri" panose="020F0502020204030204"/>
            </a:endParaRPr>
          </a:p>
        </p:txBody>
      </p:sp>
    </p:spTree>
    <p:extLst>
      <p:ext uri="{BB962C8B-B14F-4D97-AF65-F5344CB8AC3E}">
        <p14:creationId xmlns:p14="http://schemas.microsoft.com/office/powerpoint/2010/main" val="1408529797"/>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202</Words>
  <Application>Microsoft Office PowerPoint</Application>
  <PresentationFormat>Widescreen</PresentationFormat>
  <Paragraphs>10</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MS PGothic</vt:lpstr>
      <vt:lpstr>Arial</vt:lpstr>
      <vt:lpstr>Calibri</vt:lpstr>
      <vt:lpstr>1_Office Theme</vt:lpstr>
      <vt:lpstr>Regarding overseas leave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Regarding overseas leave</dc:title>
  <dc:creator>Ming Hui Ong</dc:creator>
  <cp:lastModifiedBy>Ming Hui Ong</cp:lastModifiedBy>
  <cp:revision>2</cp:revision>
  <dcterms:created xsi:type="dcterms:W3CDTF">2024-08-12T03:34:06Z</dcterms:created>
  <dcterms:modified xsi:type="dcterms:W3CDTF">2024-08-12T03:38:44Z</dcterms:modified>
</cp:coreProperties>
</file>